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Poppins SemiBold" panose="000007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D75065-F5C9-4804-AF08-20673C62ACBB}">
  <a:tblStyle styleId="{8CD75065-F5C9-4804-AF08-20673C62AC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6979"/>
            <a:ext cx="11049000" cy="1851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19401"/>
            <a:ext cx="5334000" cy="1956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019401"/>
            <a:ext cx="5334000" cy="195634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&amp; Objectives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66775" y="2082254"/>
            <a:ext cx="109813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Statement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66775" y="2529929"/>
            <a:ext cx="10458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Build a pathfinding system that computes the shortest route between two locations on a map using graph algorithms.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66775" y="4800451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User Action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66775" y="5248126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 a starting point and destination.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581775" y="4800451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Output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581775" y="5248126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 and display the optimal path.</a:t>
            </a:r>
            <a:endParaRPr/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352776"/>
            <a:ext cx="3238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1891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2991891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991891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6843" y="2991891"/>
            <a:ext cx="2583656" cy="1779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Phase 1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19150" y="3801516"/>
            <a:ext cx="2088356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Define problem objectives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640931" y="3801516"/>
            <a:ext cx="2088356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inputs and outputs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462712" y="3801516"/>
            <a:ext cx="2088356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Specify constraints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284493" y="3801516"/>
            <a:ext cx="2088356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Suggest algorithmic approaches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28716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40931" y="328716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62712" y="3287166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84493" y="3287166"/>
            <a:ext cx="3048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5152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3281" y="3365152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3365152"/>
            <a:ext cx="2583656" cy="1779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6843" y="3365152"/>
            <a:ext cx="2583656" cy="1779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Motivation &amp; Applications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76300" y="2618482"/>
            <a:ext cx="10439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Lato"/>
                <a:ea typeface="Lato"/>
                <a:cs typeface="Lato"/>
                <a:sym typeface="Lato"/>
              </a:rPr>
              <a:t>Why This Matters: Efficient shortest-path routing supports real-time decisions on maps and networks.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19150" y="4174777"/>
            <a:ext cx="2088356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GPS navigation systems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640931" y="4174777"/>
            <a:ext cx="2088356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University or city maps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62712" y="4174777"/>
            <a:ext cx="2088356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Game pathfinding systems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284493" y="4174777"/>
            <a:ext cx="2088356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Smart transportation applications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4740" y="3660427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89846" y="366042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92578" y="366042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57221" y="3660427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30958"/>
            <a:ext cx="5334000" cy="290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4150" y="3154858"/>
            <a:ext cx="48387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Dijkstra’s Algorithm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71500" y="2430958"/>
            <a:ext cx="5334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Expands outward from the start using known costs to find shortest paths.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34150" y="2678608"/>
            <a:ext cx="50806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Details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34150" y="3783508"/>
            <a:ext cx="48387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Best For: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19875" y="421775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724650" y="4215854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One-to-many problems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19875" y="450723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724650" y="4505325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Unknown destinations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19875" y="47967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724650" y="4794795"/>
            <a:ext cx="46482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Network routing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52500" y="324802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Search Pattern: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Radial / explores in all directions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52500" y="368037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 Complexity: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O((V+E) log V) with binary heap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52500" y="411271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Optimality: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Always guaranteed for non-negative weights</a:t>
            </a:r>
            <a:endParaRPr/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813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71370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146053"/>
            <a:ext cx="1619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90827"/>
            <a:ext cx="54292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5190827"/>
            <a:ext cx="54292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Side-by-Side Comparison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7"/>
          <p:cNvGraphicFramePr/>
          <p:nvPr/>
        </p:nvGraphicFramePr>
        <p:xfrm>
          <a:off x="571500" y="192419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{8CD75065-F5C9-4804-AF08-20673C62ACBB}</a:tableStyleId>
              </a:tblPr>
              <a:tblGrid>
                <a:gridCol w="23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Dimension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Dijkstra’s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A* 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Formula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7C3AE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f(n) = g(n)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7C3AE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f(n) = g(n) + h(n)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Search pattern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Radial / explores in all directions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Directional / focused toward goal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Optimality conditions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Always guaranteed for non-negative weights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Guaranteed if heuristic is admissible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Best use cases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One-to-many problems, unknown destinations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GPS navigation, game AI, known start/end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" name="Google Shape;170;p17"/>
          <p:cNvSpPr/>
          <p:nvPr/>
        </p:nvSpPr>
        <p:spPr>
          <a:xfrm>
            <a:off x="571500" y="3136552"/>
            <a:ext cx="2334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906464" y="3136552"/>
            <a:ext cx="456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470278" y="3136552"/>
            <a:ext cx="4150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71500" y="3721298"/>
            <a:ext cx="2334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2906464" y="3721298"/>
            <a:ext cx="456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470278" y="3721298"/>
            <a:ext cx="4150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4306044"/>
            <a:ext cx="2334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2906464" y="4306044"/>
            <a:ext cx="456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470278" y="4306044"/>
            <a:ext cx="4150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71500" y="4890789"/>
            <a:ext cx="23349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906464" y="4890789"/>
            <a:ext cx="4563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470278" y="4890789"/>
            <a:ext cx="4150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723900" y="5343227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Dijkstra Summary: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343650" y="5343227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A* Summary: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806154"/>
            <a:ext cx="3016299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87924" y="2806154"/>
            <a:ext cx="3016299" cy="2150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2349" y="2806154"/>
            <a:ext cx="3016299" cy="215056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 Metrics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2708225" y="3053804"/>
            <a:ext cx="266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2241500" y="3987254"/>
            <a:ext cx="1200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Execution time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962650" y="3053804"/>
            <a:ext cx="266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114925" y="3987254"/>
            <a:ext cx="19621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Number of visited nodes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217074" y="3053804"/>
            <a:ext cx="266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089999" y="3987254"/>
            <a:ext cx="252099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Efficiency in finding the shortest path</a:t>
            </a:r>
            <a:endParaRPr/>
          </a:p>
        </p:txBody>
      </p:sp>
      <p:pic>
        <p:nvPicPr>
          <p:cNvPr id="200" name="Google Shape;20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89175" y="3472904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78974" y="3472904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7700"/>
            <a:ext cx="3524250" cy="312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317700"/>
            <a:ext cx="3524250" cy="312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317700"/>
            <a:ext cx="3524250" cy="3127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Inputs / Outputs / Constraints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819150" y="2565350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Inputs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4581525" y="2565350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Outputs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343900" y="2565350"/>
            <a:ext cx="31803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38C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Constraints</a:t>
            </a:r>
            <a:endParaRPr/>
          </a:p>
        </p:txBody>
      </p:sp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19500" y="2565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875" y="2565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0" y="25653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1200150" y="3165425"/>
            <a:ext cx="2647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Starting point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200150" y="3597771"/>
            <a:ext cx="2647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Destination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00150" y="4030116"/>
            <a:ext cx="2647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 represented as a graph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962525" y="3165425"/>
            <a:ext cx="26479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Shortest/optimal path displayed to the user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724900" y="3165425"/>
            <a:ext cx="26479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Dijkstra: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requires non-negative edge weights for guaranteed optimality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724900" y="4176712"/>
            <a:ext cx="26479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A*: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requires an admissible heuristic for guaranteed optimality</a:t>
            </a:r>
            <a:endParaRPr/>
          </a:p>
        </p:txBody>
      </p:sp>
      <p:pic>
        <p:nvPicPr>
          <p:cNvPr id="224" name="Google Shape;22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3198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9150" y="363110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4063454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81525" y="3198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43900" y="3198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43900" y="42100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747069"/>
            <a:ext cx="7620000" cy="22685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Expected Result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3048000" y="3280469"/>
            <a:ext cx="6477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 the performance of Dijkstra and A* algorithms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3048000" y="3712815"/>
            <a:ext cx="6477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the faster and more efficient algorithm for shortest-path problems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048000" y="4145160"/>
            <a:ext cx="6477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Display the optimal path between two selected locations</a:t>
            </a:r>
            <a:endParaRPr/>
          </a:p>
        </p:txBody>
      </p:sp>
      <p:pic>
        <p:nvPicPr>
          <p:cNvPr id="241" name="Google Shape;24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331380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67000" y="37461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7000" y="4178498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Widescreen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Poppins SemiBold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يزيد محمد عيسى الحاج</dc:creator>
  <cp:lastModifiedBy>محمد عيسى الحاج</cp:lastModifiedBy>
  <cp:revision>1</cp:revision>
  <dcterms:modified xsi:type="dcterms:W3CDTF">2026-05-26T14:44:31Z</dcterms:modified>
</cp:coreProperties>
</file>